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ccab4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99839" y="1828800"/>
            <a:ext cx="27441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861163" y="2171700"/>
            <a:ext cx="3421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2137508" y="3009900"/>
            <a:ext cx="4868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Architecture and Technical Overview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01666" y="4572000"/>
            <a:ext cx="1940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- React - Supabase - Vercel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59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342430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7650" y="1342430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49483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1692920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9100" y="194429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monorepo? Business goals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28600" y="2422327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422327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" y="2574727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2772817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9100" y="302418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 and tooling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8600" y="3502223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7650" y="3502223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100" y="3654623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9100" y="3852714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9100" y="410408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layout and organization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86300" y="1342430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5350" y="1342430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0" y="149483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6800" y="1692920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Deep Dive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0" y="194429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packages and data flow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86300" y="2422327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2422327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0" y="2574727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2772817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6800" y="302418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and Supabase setup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86300" y="3502223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3502223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0" y="3654623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6800" y="3852714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6800" y="410408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testing, deployment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01 - PROJECT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Monorepo?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196852"/>
            <a:ext cx="3419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2473077"/>
            <a:ext cx="341985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 spans two surfaces: a company website and a full-featured app. Both need shared auth, payments, and user data.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3220789"/>
            <a:ext cx="3419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3497014"/>
            <a:ext cx="34198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monorepo keeps shared logic in one place. Auth or billing changes update both surfaces at once.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86200" y="1558379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19550" y="1691729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19550" y="1916460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components, hooks, and utilities across both apps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2324100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19550" y="2457450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Deployments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19550" y="2682180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and app stay in sync with coordinated releases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3089821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19550" y="3223171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 and Billing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19550" y="3447901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registration, and plan management shared seamlessly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3855541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19550" y="3988891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Velocity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19550" y="4213622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repo, one PR, one review for cross-cutting changes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02 - 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263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238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7238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7238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795588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76563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976563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6563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14913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95887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95887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5887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BaaS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234238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15213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5213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15213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692450" y="4754910"/>
            <a:ext cx="1040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pnpm workspaces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40820" y="4754910"/>
            <a:ext cx="787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React 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41391" y="4754910"/>
            <a:ext cx="78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Tailwind CSS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39879" y="4754910"/>
            <a:ext cx="5217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Zustand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03 - REPOSITORY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Layout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99121"/>
            <a:ext cx="3806130" cy="3238500"/>
          </a:xfrm>
          <a:prstGeom prst="roundRect">
            <a:avLst>
              <a:gd name="adj" fmla="val 18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4515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7182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19849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          # Company website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2516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          # Main 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5183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7850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           # Shared components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0517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         # Auth logic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3184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billing/      # Plans and payments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5851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config/       # Shared config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8518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pnpm-workspace.yaml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1185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vercel.json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63330" y="1767036"/>
            <a:ext cx="4652070" cy="638026"/>
          </a:xfrm>
          <a:prstGeom prst="roundRect">
            <a:avLst>
              <a:gd name="adj" fmla="val 95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82380" y="1767036"/>
            <a:ext cx="0" cy="638026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780" y="1900386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34780" y="2111722"/>
            <a:ext cx="44342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site, landing pages, blog, pricing. Public-facing content optimized for SEO.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63330" y="2519363"/>
            <a:ext cx="4652070" cy="638026"/>
          </a:xfrm>
          <a:prstGeom prst="roundRect">
            <a:avLst>
              <a:gd name="adj" fmla="val 95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82380" y="2519363"/>
            <a:ext cx="0" cy="638026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780" y="2652713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434780" y="2864048"/>
            <a:ext cx="44342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TrailRadar application. Authenticated experience, dashboards, trail features.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63330" y="3271689"/>
            <a:ext cx="4652070" cy="798016"/>
          </a:xfrm>
          <a:prstGeom prst="roundRect">
            <a:avLst>
              <a:gd name="adj" fmla="val 76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82380" y="3271689"/>
            <a:ext cx="0" cy="79801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780" y="3405039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packages/*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434780" y="3616375"/>
            <a:ext cx="44342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packages imported by both apps. Auth hooks, UI components, billing integration, shared utilities.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Packages</a:t>
            </a:r>
            <a:endParaRPr lang="en-US" sz="2700" dirty="0"/>
          </a:p>
        </p:txBody>
      </p:sp>
      <p:pic>
        <p:nvPicPr>
          <p:cNvPr id="4" name="Image 0" descr="/tmp/rasterized-gradient-864cb6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37296"/>
            <a:ext cx="2793950" cy="9239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2089696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@trailradar/auth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81000" y="2365921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integration. Provides useAuth hook, AuthProvider, protected route components.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2975521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81000" y="312792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@trailradar/ui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381000" y="3404146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components. Buttons, forms, modals, cards for consistent look.</a:t>
            </a:r>
            <a:endParaRPr lang="en-US" sz="900" dirty="0"/>
          </a:p>
        </p:txBody>
      </p:sp>
      <p:pic>
        <p:nvPicPr>
          <p:cNvPr id="10" name="Image 1" descr="/tmp/rasterized-gradient-ebc78e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50" y="1851571"/>
            <a:ext cx="2793950" cy="10953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7350" y="200397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@trailradar/billing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3327350" y="2280196"/>
            <a:ext cx="25389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integration via Supabase. Plan management, checkout flows, subscription hooks.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174950" y="3061246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27350" y="3213646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@trailradar/config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3327350" y="3489871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constants, env helpers, Supabase client factory, feature flags.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21301" y="1927771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273701" y="208017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@trailradar/utils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273701" y="2356396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formatting, validation helpers, API response handlers, type definitions.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121301" y="2965996"/>
            <a:ext cx="2793950" cy="942975"/>
          </a:xfrm>
          <a:prstGeom prst="roundRect">
            <a:avLst>
              <a:gd name="adj" fmla="val 6465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83226" y="3127921"/>
            <a:ext cx="25195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packages...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283226" y="3404146"/>
            <a:ext cx="2519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notifications, trail-data SDK as features grow.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020937" y="1814661"/>
            <a:ext cx="945356" cy="439936"/>
          </a:xfrm>
          <a:prstGeom prst="roundRect">
            <a:avLst>
              <a:gd name="adj" fmla="val 1385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05794" y="1948011"/>
            <a:ext cx="5756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031206" y="2330797"/>
            <a:ext cx="924669" cy="439936"/>
          </a:xfrm>
          <a:prstGeom prst="roundRect">
            <a:avLst>
              <a:gd name="adj" fmla="val 1385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16270" y="2464147"/>
            <a:ext cx="5545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183755" y="2923133"/>
            <a:ext cx="6319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Apps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94893" y="2275582"/>
            <a:ext cx="2138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33192" y="2012603"/>
            <a:ext cx="1258937" cy="598140"/>
          </a:xfrm>
          <a:prstGeom prst="roundRect">
            <a:avLst>
              <a:gd name="adj" fmla="val 10192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4642" y="2145953"/>
            <a:ext cx="9343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packages/*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4642" y="2344043"/>
            <a:ext cx="934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billing, ui, config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81896" y="2725043"/>
            <a:ext cx="572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Logic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20729" y="2275582"/>
            <a:ext cx="2138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pic>
        <p:nvPicPr>
          <p:cNvPr id="15" name="Image 0" descr="/tmp/rasterized-gradient-0556d5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028" y="1980307"/>
            <a:ext cx="1563886" cy="66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76561" y="2132707"/>
            <a:ext cx="1128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76561" y="2357438"/>
            <a:ext cx="1128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- Database - Storage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59673" y="2757488"/>
            <a:ext cx="777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(Hosted)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048173" y="3513683"/>
            <a:ext cx="894606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210098" y="3618458"/>
            <a:ext cx="582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323779" y="3513683"/>
            <a:ext cx="1220688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85704" y="3618458"/>
            <a:ext cx="914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925467" y="3513683"/>
            <a:ext cx="1051917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87392" y="3618458"/>
            <a:ext cx="7426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358384" y="3513683"/>
            <a:ext cx="737295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20309" y="3618458"/>
            <a:ext cx="421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Authentication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366838"/>
            <a:ext cx="4313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643063"/>
            <a:ext cx="431368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import @trailradar/auth, which wraps Supabase Auth. Users sign up on website and seamlessly access the app.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2191643"/>
            <a:ext cx="4229100" cy="1676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950" y="23249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Any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950" y="25916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{ useAuth 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950" y="28583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'@trailradar/auth'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950" y="32012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{ user, signIn 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950" y="34679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useAuth()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" y="4020443"/>
            <a:ext cx="4313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Methods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28600" y="4296668"/>
            <a:ext cx="43136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Email/password, Magic links, OAuth (Google, GitHub).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86300" y="1444079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577429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AuthProvider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9650" y="180216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provider that initializes Supabase and manages session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6300" y="2209800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343150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useAuth Hook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9650" y="256788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user object, loading state, and auth methods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2975521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108871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9650" y="3333601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 that redirects unauthenticated users to login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3741241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9650" y="3874591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Sync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9650" y="4099322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auth via Supabase cookies and token refresh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and Subscriptions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830884"/>
            <a:ext cx="857250" cy="388590"/>
          </a:xfrm>
          <a:prstGeom prst="roundRect">
            <a:avLst>
              <a:gd name="adj" fmla="val 1568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5476" y="1945184"/>
            <a:ext cx="563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8250" y="191854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0400" y="1731913"/>
            <a:ext cx="1143000" cy="586680"/>
          </a:xfrm>
          <a:prstGeom prst="roundRect">
            <a:avLst>
              <a:gd name="adj" fmla="val 10391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93849" y="1865263"/>
            <a:ext cx="8161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Checkout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25800" y="191854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17949" y="1830884"/>
            <a:ext cx="857250" cy="388590"/>
          </a:xfrm>
          <a:prstGeom prst="roundRect">
            <a:avLst>
              <a:gd name="adj" fmla="val 15687"/>
            </a:avLst>
          </a:prstGeom>
          <a:solidFill>
            <a:srgbClr val="3ECF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64825" y="1945184"/>
            <a:ext cx="563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547193"/>
            <a:ext cx="47451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" y="2886224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clicks Upgrade on website or 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145185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@trailradar/billing creates Stripe session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404146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Stripe webhook to Supabase Edge Function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663107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 plan updated in 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922068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 reads plan via usePlan() hook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09270" y="1867198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28320" y="1867198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0720" y="2000548"/>
            <a:ext cx="3571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280720" y="2211884"/>
            <a:ext cx="35713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features, limited trail data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09270" y="2606129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28320" y="2606129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0720" y="2739479"/>
            <a:ext cx="3571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80720" y="2950815"/>
            <a:ext cx="35713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trail access, offline maps, analytics</a:t>
            </a:r>
            <a:endParaRPr lang="en-US" sz="825" dirty="0"/>
          </a:p>
        </p:txBody>
      </p:sp>
      <p:pic>
        <p:nvPicPr>
          <p:cNvPr id="26" name="Image 0" descr="/tmp/rasterized-gradient-938dbd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270" y="3345061"/>
            <a:ext cx="3806130" cy="6246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242620" y="3478411"/>
            <a:ext cx="361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Enterprise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242620" y="3689747"/>
            <a:ext cx="36102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Multi-seat billing, admin dashboard, API access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05 - 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2700" dirty="0"/>
          </a:p>
        </p:txBody>
      </p:sp>
      <p:pic>
        <p:nvPicPr>
          <p:cNvPr id="4" name="Image 0" descr="/tmp/rasterized-gradient-ccd2d2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87860"/>
            <a:ext cx="4191000" cy="2461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87836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9100" y="222126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9100" y="2533650"/>
            <a:ext cx="3810000" cy="540990"/>
          </a:xfrm>
          <a:prstGeom prst="roundRect">
            <a:avLst>
              <a:gd name="adj" fmla="val 105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264795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3400" y="2826990"/>
            <a:ext cx="3653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19100" y="3169890"/>
            <a:ext cx="3810000" cy="540990"/>
          </a:xfrm>
          <a:prstGeom prst="roundRect">
            <a:avLst>
              <a:gd name="adj" fmla="val 105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328419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app.trailradar.com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3400" y="3463230"/>
            <a:ext cx="3653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9100" y="382518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CDN - Preview deploys - Analytics</a:t>
            </a:r>
            <a:endParaRPr lang="en-US" sz="750" dirty="0"/>
          </a:p>
        </p:txBody>
      </p:sp>
      <p:pic>
        <p:nvPicPr>
          <p:cNvPr id="14" name="Image 1" descr="/tmp/rasterized-gradient-6ad429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11809"/>
            <a:ext cx="4191000" cy="2613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14900" y="1802309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14900" y="214520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as a Service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914900" y="2457599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010150" y="2552849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914900" y="2870895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10150" y="2966145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(GoTrue)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4914900" y="3284190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010150" y="3379440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(S3-compatible)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4914900" y="3697486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010150" y="3792736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 (Deno)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05 - 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198489"/>
            <a:ext cx="2793950" cy="672257"/>
          </a:xfrm>
          <a:prstGeom prst="roundRect">
            <a:avLst>
              <a:gd name="adj" fmla="val 9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2212777"/>
            <a:ext cx="279395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950" y="2360414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1950" y="259080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display_name, avatar_url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965996"/>
            <a:ext cx="2793950" cy="672257"/>
          </a:xfrm>
          <a:prstGeom prst="roundRect">
            <a:avLst>
              <a:gd name="adj" fmla="val 9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8600" y="2980283"/>
            <a:ext cx="279395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950" y="3127921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61950" y="3358307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plan, stripe_id, status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74950" y="2051893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4950" y="2066181"/>
            <a:ext cx="27939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8300" y="2213818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08300" y="2444204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description, geometry, difficulty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174950" y="2965996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74950" y="2980283"/>
            <a:ext cx="27939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8300" y="3127921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user_trails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308300" y="3358307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trail_id, completed_at, rating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21301" y="2130028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21301" y="2144316"/>
            <a:ext cx="279395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651" y="2291953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54651" y="2522339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trail_id, gpx_data, duration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21301" y="3044130"/>
            <a:ext cx="2793950" cy="662732"/>
          </a:xfrm>
          <a:prstGeom prst="roundRect">
            <a:avLst>
              <a:gd name="adj" fmla="val 9198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4176" y="3187005"/>
            <a:ext cx="2558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tables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64176" y="3417391"/>
            <a:ext cx="2558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comments, notifications, settings...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4116" y="2300288"/>
            <a:ext cx="1238250" cy="1179016"/>
          </a:xfrm>
          <a:prstGeom prst="roundRect">
            <a:avLst>
              <a:gd name="adj" fmla="val 51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7181" y="2452688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7181" y="2848868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87181" y="3060204"/>
            <a:ext cx="952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+ pnpm install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12181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16721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59787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59787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959787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dev --filter app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84787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89327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2392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2392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232392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deploy auto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57392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1932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4998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04998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504998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deploy to prod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42183" y="4768304"/>
            <a:ext cx="861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workspaces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091434" y="4768304"/>
            <a:ext cx="998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Git Integration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74779" y="4768304"/>
            <a:ext cx="8435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22921"/>
            <a:ext cx="4229100" cy="339090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753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.github/workflows/ci.yml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7182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on: push, pull_request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0611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3278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5945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lint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8612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1279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typecheck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3946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6613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9280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1947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86300" y="1586954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720304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PR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9650" y="1945035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type check, unit tests run in parallel. Vercel creates a preview deployment.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512665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2646015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Merge to Main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9650" y="2870746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build + deploy to production. Both apps deploy atomically from same commit.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00" y="3438376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9650" y="3571726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Monorepo-Aware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9650" y="3796457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detects which apps changed. Only affected apps rebuild, saving CI time.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5274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Configuration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339155"/>
            <a:ext cx="43136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1716286"/>
            <a:ext cx="4229100" cy="27813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830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Supabase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" y="20972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VITE_SUPABASE_URL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" y="23639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VITE_SUPABASE_ANON_KEY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" y="27068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Stripe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" y="2973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VITE_STRIPE_PUBLISHABLE_KEY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" y="32402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STRIPE_SECRET_KEY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" y="35831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App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" y="38498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VITE_APP_URL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" y="4116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VITE_WEB_URL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6300" y="1678632"/>
            <a:ext cx="43136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2055763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2055763"/>
            <a:ext cx="0" cy="62463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0" y="2189113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57750" y="240044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Supabase instance, test Stripe keys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794695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2794695"/>
            <a:ext cx="0" cy="624632"/>
          </a:xfrm>
          <a:prstGeom prst="line">
            <a:avLst/>
          </a:prstGeom>
          <a:noFill/>
          <a:ln w="381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2928045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57750" y="313938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Supabase project, test Stripe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86300" y="3533626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3533626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366697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57750" y="387831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Supabase, live Stripe keys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3ab3d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28600" y="2067074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28600" y="2406104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01836" y="2406104"/>
            <a:ext cx="34438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keeps website + app in sync with shared packages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228600" y="2745135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1836" y="2745135"/>
            <a:ext cx="25524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 and billing via Supabase + Stripe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28600" y="3084165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1836" y="3084165"/>
            <a:ext cx="2429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handles deployment with zero config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228600" y="3423196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1836" y="3423196"/>
            <a:ext cx="230257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ensures quality gates on every PR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724400" y="2067074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2406104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0973" y="2406104"/>
            <a:ext cx="270257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repository from sportsradar to trailradar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724400" y="2745135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30973" y="2745135"/>
            <a:ext cx="19446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pnpm workspaces structure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724400" y="3084165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30973" y="3084165"/>
            <a:ext cx="2150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auth logic into @trailradar/auth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724400" y="3423196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30973" y="3423196"/>
            <a:ext cx="2408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Vercel for monorepo deployment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42494" y="475491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07 - MAP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Library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169765"/>
            <a:ext cx="3882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Purpose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2445990"/>
            <a:ext cx="388225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is the heart of TrailRadar. It renders trail data, user location, and interactive layers for exploring outdoor routes.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2994571"/>
            <a:ext cx="3882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3270796"/>
            <a:ext cx="388225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 JS or MapLibre GL for high-performance vector tile rendering with WebGL acceleration.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263330" y="1444079"/>
            <a:ext cx="465207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96680" y="1577429"/>
            <a:ext cx="44730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Visualization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96680" y="1802160"/>
            <a:ext cx="44730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GeoJSON trail paths with elevation profiles and difficulty colors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63330" y="2209800"/>
            <a:ext cx="465207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96680" y="2343150"/>
            <a:ext cx="44730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96680" y="2567880"/>
            <a:ext cx="44730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GPS tracking with heading indicator and accuracy circle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63330" y="2975521"/>
            <a:ext cx="465207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96680" y="3108871"/>
            <a:ext cx="44730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Layers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96680" y="3333601"/>
            <a:ext cx="44730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POIs, trailheads, waypoints, and user-generated markers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63330" y="3741241"/>
            <a:ext cx="465207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96680" y="3874591"/>
            <a:ext cx="44730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Support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96680" y="4099322"/>
            <a:ext cx="44730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map regions for use without internet connection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07 - MAP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00150"/>
            <a:ext cx="4229100" cy="297180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525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React Map Component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6573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{ useMap } from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19240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'@trailradar/map'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2669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{ map, addTrail,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5336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setView, layers } = useMap()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8765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Add trail to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1432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addTrail(trailGeoJSON)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4861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Toggle layer visibility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7528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layers.toggle('elevation')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" y="4476750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useMap hook provides a clean React interface to the underlying map instance.</a:t>
            </a:r>
            <a:endParaRPr lang="en-US" sz="900" dirty="0"/>
          </a:p>
        </p:txBody>
      </p:sp>
      <p:pic>
        <p:nvPicPr>
          <p:cNvPr id="15" name="Image 0" descr="/tmp/rasterized-gradient-dde452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1853803"/>
            <a:ext cx="4229100" cy="65142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19650" y="1987153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@trailradar/map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19650" y="221188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package wrapping Mapbox/MapLibre with TrailRadar-specific features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86300" y="2619524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9650" y="2752874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Exports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819650" y="2964210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MapProvider, useMap, useLocation, useOfflineMaps, TrailLayer, MarkerCluster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3358455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19650" y="3491805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819650" y="3703141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state synced with React via context. Viewport, selected trail, and active layers.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07 - MAP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APIs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937593"/>
            <a:ext cx="952500" cy="388590"/>
          </a:xfrm>
          <a:prstGeom prst="roundRect">
            <a:avLst>
              <a:gd name="adj" fmla="val 1568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523" y="2051893"/>
            <a:ext cx="6606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Client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33500" y="20252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5650" y="1918543"/>
            <a:ext cx="1143000" cy="426690"/>
          </a:xfrm>
          <a:prstGeom prst="roundRect">
            <a:avLst>
              <a:gd name="adj" fmla="val 14287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9099" y="2051893"/>
            <a:ext cx="8161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1050" y="20252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13199" y="1937593"/>
            <a:ext cx="952500" cy="388590"/>
          </a:xfrm>
          <a:prstGeom prst="roundRect">
            <a:avLst>
              <a:gd name="adj" fmla="val 15687"/>
            </a:avLst>
          </a:prstGeom>
          <a:solidFill>
            <a:srgbClr val="3ECF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9122" y="2051893"/>
            <a:ext cx="6606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573834"/>
            <a:ext cx="42672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2573834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050" y="2707184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Server API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00050" y="2918520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Mapbox/MapTiler for base map vector tiles. Styled terrain, roads, and labels.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28600" y="3293715"/>
            <a:ext cx="42672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7650" y="3293715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050" y="3427065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Data API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00050" y="3638401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REST/RPC endpoints return GeoJSON trails filtered by bounding box.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48200" y="2573834"/>
            <a:ext cx="42672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2573834"/>
            <a:ext cx="0" cy="62463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9650" y="2707184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API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9650" y="2918520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 queries elevation data for trail profiles and 3D visualization.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48200" y="3293715"/>
            <a:ext cx="42672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3293715"/>
            <a:ext cx="0" cy="62463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9650" y="3427065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Geocoding API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19650" y="3638401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Geocoding for search. Convert place names to coordinates.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07 - MAP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Data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430834"/>
            <a:ext cx="47451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1769864"/>
            <a:ext cx="4652070" cy="573286"/>
          </a:xfrm>
          <a:prstGeom prst="roundRect">
            <a:avLst>
              <a:gd name="adj" fmla="val 106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884164"/>
            <a:ext cx="45119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pans/zooms 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" y="2082254"/>
            <a:ext cx="4511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emits moveend event with new bounding box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457450"/>
            <a:ext cx="4652070" cy="573286"/>
          </a:xfrm>
          <a:prstGeom prst="roundRect">
            <a:avLst>
              <a:gd name="adj" fmla="val 106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900" y="2571750"/>
            <a:ext cx="45119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Fetch trails in viewport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" y="2769840"/>
            <a:ext cx="4511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supabase.rpc('trails_in_bounds', { bbox })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8600" y="3145036"/>
            <a:ext cx="4652070" cy="573286"/>
          </a:xfrm>
          <a:prstGeom prst="roundRect">
            <a:avLst>
              <a:gd name="adj" fmla="val 106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" y="3259336"/>
            <a:ext cx="45119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PostGIS spatial query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" y="3457426"/>
            <a:ext cx="4511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ST_Intersects filters trails within bounding box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28600" y="3832622"/>
            <a:ext cx="4652070" cy="573286"/>
          </a:xfrm>
          <a:prstGeom prst="roundRect">
            <a:avLst>
              <a:gd name="adj" fmla="val 106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2900" y="3946922"/>
            <a:ext cx="45119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Render GeoJSON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" y="4145012"/>
            <a:ext cx="4511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source updated, trails rendered as vector lines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09270" y="1697682"/>
            <a:ext cx="38822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9270" y="2036713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42620" y="2170063"/>
            <a:ext cx="361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Debounced Requests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242620" y="2381399"/>
            <a:ext cx="36102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300ms after pan/zoom to avoid request spam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109270" y="2775645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42620" y="2908995"/>
            <a:ext cx="361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Tile-based Caching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42620" y="3120330"/>
            <a:ext cx="36102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trail data by map tile. Reuse on revisit.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109270" y="3514576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42620" y="3647926"/>
            <a:ext cx="361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Simplification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242620" y="3859262"/>
            <a:ext cx="36102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point density at low zoom levels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07 - MAP LIBRARY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Maps (Pro Feature)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86768"/>
            <a:ext cx="4313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562993"/>
            <a:ext cx="431368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select a region to download. Map tiles and trail data are stored locally for use without connectivity.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2111573"/>
            <a:ext cx="4229100" cy="24384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950" y="22449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Download region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950" y="25116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region = {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950" y="27783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bounds: [[lat1, lng1],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950" y="30450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[lat2, lng2]],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950" y="33117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minZoom: 10,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950" y="35784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maxZoom: 16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950" y="38451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950" y="414992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offlineMaps.download(region)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6300" y="1497657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05350" y="1497657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0" y="1631007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Storage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57750" y="1842343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tiles stored in browser IndexedDB. Persists across sessions.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236589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2236589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2369939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Data Bundle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57750" y="258127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for trails in region downloaded alongside tiles.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2975521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2975521"/>
            <a:ext cx="0" cy="62463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3108871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Management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57750" y="332020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downloaded regions, storage used, delete old downloads.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86300" y="3714452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05350" y="3714452"/>
            <a:ext cx="0" cy="62463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7750" y="3847802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on Reconnect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57750" y="405913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recorded activities when back online.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TrailRadar Technical Architecture</dc:title>
  <dc:subject>Monorepo Architecture &amp; Technical Overview</dc:subject>
  <dc:creator>TrailRadar</dc:creator>
  <cp:lastModifiedBy>TrailRadar</cp:lastModifiedBy>
  <cp:revision>1</cp:revision>
  <dcterms:created xsi:type="dcterms:W3CDTF">2026-01-09T17:57:18Z</dcterms:created>
  <dcterms:modified xsi:type="dcterms:W3CDTF">2026-01-09T17:57:18Z</dcterms:modified>
</cp:coreProperties>
</file>
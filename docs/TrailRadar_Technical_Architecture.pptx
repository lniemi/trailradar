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c2eb3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99839" y="1828800"/>
            <a:ext cx="27441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2861163" y="2171700"/>
            <a:ext cx="34215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TrailRadar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2137508" y="3009900"/>
            <a:ext cx="4868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Architecture and Technical Overview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01666" y="4572000"/>
            <a:ext cx="1940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- React - Supabase - Vercel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59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342430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47650" y="1342430"/>
            <a:ext cx="0" cy="927497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9100" y="149483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1692920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9100" y="1944291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monorepo? Business goals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28600" y="2422327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422327"/>
            <a:ext cx="0" cy="927497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100" y="2574727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100" y="2772817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9100" y="302418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 and tooling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28600" y="3502223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7650" y="3502223"/>
            <a:ext cx="0" cy="927497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100" y="3654623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9100" y="3852714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9100" y="410408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layout and organization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86300" y="1342430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05350" y="1342430"/>
            <a:ext cx="0" cy="92749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6800" y="149483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6800" y="1692920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Deep Dive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0" y="1944291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packages and data flow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686300" y="2422327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2422327"/>
            <a:ext cx="0" cy="92749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6800" y="2574727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6800" y="2772817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6800" y="302418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and Supabase setup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686300" y="3502223"/>
            <a:ext cx="4229100" cy="927497"/>
          </a:xfrm>
          <a:prstGeom prst="roundRect">
            <a:avLst>
              <a:gd name="adj" fmla="val 65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05350" y="3502223"/>
            <a:ext cx="0" cy="92749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6800" y="3654623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6800" y="3852714"/>
            <a:ext cx="3963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Workflow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6800" y="410408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CI/CD, testing, deployment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01 - PROJECT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Monorepo?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2196852"/>
            <a:ext cx="34198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2473077"/>
            <a:ext cx="341985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TrailRadar spans two surfaces: a company website and a full-featured app. Both need shared auth, payments, and user data.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28600" y="3220789"/>
            <a:ext cx="34198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8600" y="3497014"/>
            <a:ext cx="34198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monorepo keeps shared logic in one place. Auth or billing changes update both surfaces at once.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86200" y="1558379"/>
            <a:ext cx="50292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19550" y="1691729"/>
            <a:ext cx="4857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19550" y="1916460"/>
            <a:ext cx="4857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components, hooks, and utilities across both apps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86200" y="2324100"/>
            <a:ext cx="50292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19550" y="2457450"/>
            <a:ext cx="4857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Deployments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19550" y="2682180"/>
            <a:ext cx="4857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and app stay in sync with coordinated releases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86200" y="3089821"/>
            <a:ext cx="50292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19550" y="3223171"/>
            <a:ext cx="4857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Auth and Billing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19550" y="3447901"/>
            <a:ext cx="4857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registration, and plan management shared seamlessly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86200" y="3855541"/>
            <a:ext cx="50292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19550" y="3988891"/>
            <a:ext cx="4857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Velocity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19550" y="4213622"/>
            <a:ext cx="4857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repo, one PR, one review for cross-cutting changes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02 - TECH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6263" y="2275582"/>
            <a:ext cx="1333500" cy="1228427"/>
          </a:xfrm>
          <a:prstGeom prst="roundRect">
            <a:avLst>
              <a:gd name="adj" fmla="val 49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7238" y="2466082"/>
            <a:ext cx="9715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7238" y="2915543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7238" y="3166914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795588" y="2275582"/>
            <a:ext cx="1333500" cy="1228427"/>
          </a:xfrm>
          <a:prstGeom prst="roundRect">
            <a:avLst>
              <a:gd name="adj" fmla="val 49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76563" y="2466082"/>
            <a:ext cx="9715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976563" y="2915543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6563" y="3166914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014913" y="2275582"/>
            <a:ext cx="1333500" cy="1228427"/>
          </a:xfrm>
          <a:prstGeom prst="roundRect">
            <a:avLst>
              <a:gd name="adj" fmla="val 49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95887" y="2466082"/>
            <a:ext cx="9715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195887" y="2915543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5887" y="3166914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BaaS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234238" y="2275582"/>
            <a:ext cx="1333500" cy="1228427"/>
          </a:xfrm>
          <a:prstGeom prst="roundRect">
            <a:avLst>
              <a:gd name="adj" fmla="val 49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15213" y="2466082"/>
            <a:ext cx="9715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15213" y="2915543"/>
            <a:ext cx="9715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15213" y="3166914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692450" y="4754910"/>
            <a:ext cx="1040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pnpm workspaces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40820" y="4754910"/>
            <a:ext cx="787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React 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41391" y="4754910"/>
            <a:ext cx="785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Tailwind CSS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39879" y="4754910"/>
            <a:ext cx="5217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Zustand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03 - REPOSITORY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Layout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299121"/>
            <a:ext cx="3806130" cy="3238500"/>
          </a:xfrm>
          <a:prstGeom prst="roundRect">
            <a:avLst>
              <a:gd name="adj" fmla="val 18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4515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trailradar/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17182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19849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web/          # Company website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22516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          # Main application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25183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27850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           # Shared components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30517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auth/         # Auth logic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33184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billing/      # Plans and payments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35851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config/       # Shared config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8518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pnpm-workspace.yaml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4118521"/>
            <a:ext cx="357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vercel.json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63330" y="1767036"/>
            <a:ext cx="4652070" cy="638026"/>
          </a:xfrm>
          <a:prstGeom prst="roundRect">
            <a:avLst>
              <a:gd name="adj" fmla="val 95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282380" y="1767036"/>
            <a:ext cx="0" cy="638026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780" y="1900386"/>
            <a:ext cx="4434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apps/web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434780" y="2111722"/>
            <a:ext cx="44342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site, landing pages, blog, pricing. Public-facing content optimized for SEO.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63330" y="2519363"/>
            <a:ext cx="4652070" cy="638026"/>
          </a:xfrm>
          <a:prstGeom prst="roundRect">
            <a:avLst>
              <a:gd name="adj" fmla="val 95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282380" y="2519363"/>
            <a:ext cx="0" cy="638026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780" y="2652713"/>
            <a:ext cx="4434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apps/app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434780" y="2864048"/>
            <a:ext cx="44342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TrailRadar application. Authenticated experience, dashboards, trail features.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63330" y="3271689"/>
            <a:ext cx="4652070" cy="798016"/>
          </a:xfrm>
          <a:prstGeom prst="roundRect">
            <a:avLst>
              <a:gd name="adj" fmla="val 76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282380" y="3271689"/>
            <a:ext cx="0" cy="79801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780" y="3405039"/>
            <a:ext cx="4434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packages/*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434780" y="3616375"/>
            <a:ext cx="44342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packages imported by both apps. Auth hooks, UI components, billing integration, shared utilities.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04 -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Packages</a:t>
            </a:r>
            <a:endParaRPr lang="en-US" sz="2700" dirty="0"/>
          </a:p>
        </p:txBody>
      </p:sp>
      <p:pic>
        <p:nvPicPr>
          <p:cNvPr id="4" name="Image 0" descr="/tmp/rasterized-gradient-02c238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937296"/>
            <a:ext cx="2793950" cy="9239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2089696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@trailradar/auth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381000" y="2365921"/>
            <a:ext cx="2538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 integration. Provides useAuth hook, AuthProvider, protected route components.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28600" y="2975521"/>
            <a:ext cx="2793950" cy="923925"/>
          </a:xfrm>
          <a:prstGeom prst="roundRect">
            <a:avLst>
              <a:gd name="adj" fmla="val 65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81000" y="3127921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@trailradar/ui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381000" y="3404146"/>
            <a:ext cx="2538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components. Buttons, forms, modals, cards for consistent look.</a:t>
            </a:r>
            <a:endParaRPr lang="en-US" sz="900" dirty="0"/>
          </a:p>
        </p:txBody>
      </p:sp>
      <p:pic>
        <p:nvPicPr>
          <p:cNvPr id="10" name="Image 1" descr="/tmp/rasterized-gradient-7cf174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50" y="1851571"/>
            <a:ext cx="2793950" cy="10953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7350" y="2003971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@trailradar/billing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3327350" y="2280196"/>
            <a:ext cx="25389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integration via Supabase. Plan management, checkout flows, subscription hooks.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174950" y="3061246"/>
            <a:ext cx="2793950" cy="923925"/>
          </a:xfrm>
          <a:prstGeom prst="roundRect">
            <a:avLst>
              <a:gd name="adj" fmla="val 65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327350" y="3213646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@trailradar/config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3327350" y="3489871"/>
            <a:ext cx="2538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constants, env helpers, Supabase client factory, feature flags.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121301" y="1927771"/>
            <a:ext cx="2793950" cy="923925"/>
          </a:xfrm>
          <a:prstGeom prst="roundRect">
            <a:avLst>
              <a:gd name="adj" fmla="val 65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273701" y="2080171"/>
            <a:ext cx="2538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@trailradar/utils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6273701" y="2356396"/>
            <a:ext cx="2538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formatting, validation helpers, API response handlers, type definitions.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121301" y="2965996"/>
            <a:ext cx="2793950" cy="942975"/>
          </a:xfrm>
          <a:prstGeom prst="roundRect">
            <a:avLst>
              <a:gd name="adj" fmla="val 6465"/>
            </a:avLst>
          </a:prstGeom>
          <a:solidFill>
            <a:srgbClr val="334155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83226" y="3127921"/>
            <a:ext cx="25195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packages...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6283226" y="3404146"/>
            <a:ext cx="2519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Analytics, notifications, trail-data SDK as features grow.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04 -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020937" y="1814661"/>
            <a:ext cx="945356" cy="439936"/>
          </a:xfrm>
          <a:prstGeom prst="roundRect">
            <a:avLst>
              <a:gd name="adj" fmla="val 13857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05794" y="1948011"/>
            <a:ext cx="5756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apps/web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031206" y="2330797"/>
            <a:ext cx="924669" cy="439936"/>
          </a:xfrm>
          <a:prstGeom prst="roundRect">
            <a:avLst>
              <a:gd name="adj" fmla="val 1385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16270" y="2464147"/>
            <a:ext cx="5545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apps/app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183755" y="2923133"/>
            <a:ext cx="6319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Apps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194893" y="2275582"/>
            <a:ext cx="2138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33192" y="2012603"/>
            <a:ext cx="1258937" cy="598140"/>
          </a:xfrm>
          <a:prstGeom prst="roundRect">
            <a:avLst>
              <a:gd name="adj" fmla="val 10192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4642" y="2145953"/>
            <a:ext cx="9343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packages/*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04642" y="2344043"/>
            <a:ext cx="934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billing, ui, config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81896" y="2725043"/>
            <a:ext cx="572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Logic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120729" y="2275582"/>
            <a:ext cx="2138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pic>
        <p:nvPicPr>
          <p:cNvPr id="15" name="Image 0" descr="/tmp/rasterized-gradient-0abe1b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028" y="1980307"/>
            <a:ext cx="1563886" cy="66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776561" y="2132707"/>
            <a:ext cx="1128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76561" y="2357438"/>
            <a:ext cx="11288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- Database - Storage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959673" y="2757488"/>
            <a:ext cx="777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(Hosted)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048173" y="3513683"/>
            <a:ext cx="894606" cy="356146"/>
          </a:xfrm>
          <a:prstGeom prst="roundRect">
            <a:avLst>
              <a:gd name="adj" fmla="val 17117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210098" y="3618458"/>
            <a:ext cx="5821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323779" y="3513683"/>
            <a:ext cx="1220688" cy="356146"/>
          </a:xfrm>
          <a:prstGeom prst="roundRect">
            <a:avLst>
              <a:gd name="adj" fmla="val 17117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485704" y="3618458"/>
            <a:ext cx="914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925467" y="3513683"/>
            <a:ext cx="1051917" cy="356146"/>
          </a:xfrm>
          <a:prstGeom prst="roundRect">
            <a:avLst>
              <a:gd name="adj" fmla="val 17117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087392" y="3618458"/>
            <a:ext cx="7426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358384" y="3513683"/>
            <a:ext cx="737295" cy="356146"/>
          </a:xfrm>
          <a:prstGeom prst="roundRect">
            <a:avLst>
              <a:gd name="adj" fmla="val 17117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520309" y="3618458"/>
            <a:ext cx="4217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04 -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Authentication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366838"/>
            <a:ext cx="4313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1643063"/>
            <a:ext cx="431368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apps import @trailradar/auth, which wraps Supabase Auth. Users sign up on website and seamlessly access the app.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28600" y="2191643"/>
            <a:ext cx="4229100" cy="16764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1950" y="23249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Any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950" y="25916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{ useAuth 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950" y="28583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'@trailradar/auth'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950" y="32012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{ user, signIn 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950" y="3467993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useAuth()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" y="4020443"/>
            <a:ext cx="4313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Methods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28600" y="4296668"/>
            <a:ext cx="43136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Email/password, Magic links, OAuth (Google, GitHub).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86300" y="1444079"/>
            <a:ext cx="42291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1577429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AuthProvider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9650" y="180216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provider that initializes Supabase and manages session state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6300" y="2209800"/>
            <a:ext cx="42291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2343150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useAuth Hook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9650" y="256788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user object, loading state, and auth methods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6300" y="2975521"/>
            <a:ext cx="42291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3108871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ProtectedRoute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9650" y="3333601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 that redirects unauthenticated users to login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3741241"/>
            <a:ext cx="4229100" cy="651421"/>
          </a:xfrm>
          <a:prstGeom prst="roundRect">
            <a:avLst>
              <a:gd name="adj" fmla="val 93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9650" y="3874591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Sync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19650" y="4099322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auth via Supabase cookies and token refresh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04 -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and Subscriptions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830884"/>
            <a:ext cx="857250" cy="388590"/>
          </a:xfrm>
          <a:prstGeom prst="roundRect">
            <a:avLst>
              <a:gd name="adj" fmla="val 15687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5476" y="1945184"/>
            <a:ext cx="563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8250" y="191854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30400" y="1731913"/>
            <a:ext cx="1143000" cy="586680"/>
          </a:xfrm>
          <a:prstGeom prst="roundRect">
            <a:avLst>
              <a:gd name="adj" fmla="val 10391"/>
            </a:avLst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93849" y="1865263"/>
            <a:ext cx="81610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Checkout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25800" y="191854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17949" y="1830884"/>
            <a:ext cx="857250" cy="388590"/>
          </a:xfrm>
          <a:prstGeom prst="roundRect">
            <a:avLst>
              <a:gd name="adj" fmla="val 15687"/>
            </a:avLst>
          </a:prstGeom>
          <a:solidFill>
            <a:srgbClr val="3ECF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64825" y="1945184"/>
            <a:ext cx="563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547193"/>
            <a:ext cx="47451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" y="2886224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clicks Upgrade on website or app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3145185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@trailradar/billing creates Stripe session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3404146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Stripe webhook to Supabase Edge Function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663107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User plan updated in 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922068"/>
            <a:ext cx="474511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 reads plan via usePlan() hook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09270" y="1867198"/>
            <a:ext cx="380613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128320" y="1867198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0720" y="2000548"/>
            <a:ext cx="3571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280720" y="2211884"/>
            <a:ext cx="35713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features, limited trail data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09270" y="2606129"/>
            <a:ext cx="380613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28320" y="2606129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0720" y="2739479"/>
            <a:ext cx="3571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280720" y="2950815"/>
            <a:ext cx="35713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trail access, offline maps, analytics</a:t>
            </a:r>
            <a:endParaRPr lang="en-US" sz="825" dirty="0"/>
          </a:p>
        </p:txBody>
      </p:sp>
      <p:pic>
        <p:nvPicPr>
          <p:cNvPr id="26" name="Image 0" descr="/tmp/rasterized-gradient-e4993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9270" y="3345061"/>
            <a:ext cx="3806130" cy="6246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242620" y="3478411"/>
            <a:ext cx="36102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/ Enterprise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5242620" y="3689747"/>
            <a:ext cx="36102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Multi-seat billing, admin dashboard, API access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05 - INFRASTRUCTURE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</a:t>
            </a:r>
            <a:endParaRPr lang="en-US" sz="2700" dirty="0"/>
          </a:p>
        </p:txBody>
      </p:sp>
      <p:pic>
        <p:nvPicPr>
          <p:cNvPr id="4" name="Image 0" descr="/tmp/rasterized-gradient-a25c38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87860"/>
            <a:ext cx="4191000" cy="24611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187836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9100" y="222126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Hosting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9100" y="2533650"/>
            <a:ext cx="3810000" cy="540990"/>
          </a:xfrm>
          <a:prstGeom prst="roundRect">
            <a:avLst>
              <a:gd name="adj" fmla="val 105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2647950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trailradar.com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3400" y="2826990"/>
            <a:ext cx="36530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apps/web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19100" y="3169890"/>
            <a:ext cx="3810000" cy="540990"/>
          </a:xfrm>
          <a:prstGeom prst="roundRect">
            <a:avLst>
              <a:gd name="adj" fmla="val 105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3400" y="3284190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app.trailradar.com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33400" y="3463230"/>
            <a:ext cx="36530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apps/app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19100" y="382518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CDN - Preview deploys - Analytics</a:t>
            </a:r>
            <a:endParaRPr lang="en-US" sz="750" dirty="0"/>
          </a:p>
        </p:txBody>
      </p:sp>
      <p:pic>
        <p:nvPicPr>
          <p:cNvPr id="14" name="Image 1" descr="/tmp/rasterized-gradient-afd1c5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611809"/>
            <a:ext cx="4191000" cy="2613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14900" y="1802309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14900" y="2145209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as a Service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914900" y="2457599"/>
            <a:ext cx="38100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010150" y="2552849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4914900" y="2870895"/>
            <a:ext cx="38100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010150" y="2966145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(GoTrue)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4914900" y="3284190"/>
            <a:ext cx="38100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010150" y="3379440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(S3-compatible)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4914900" y="3697486"/>
            <a:ext cx="38100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010150" y="3792736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 (Deno)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05 - INFRASTRUCTURE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2198489"/>
            <a:ext cx="2793950" cy="672257"/>
          </a:xfrm>
          <a:prstGeom prst="roundRect">
            <a:avLst>
              <a:gd name="adj" fmla="val 9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2212777"/>
            <a:ext cx="279395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950" y="2360414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61950" y="2590800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display_name, avatar_url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8600" y="2965996"/>
            <a:ext cx="2793950" cy="672257"/>
          </a:xfrm>
          <a:prstGeom prst="roundRect">
            <a:avLst>
              <a:gd name="adj" fmla="val 9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28600" y="2980283"/>
            <a:ext cx="279395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950" y="3127921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61950" y="3358307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plan, stripe_id, status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174950" y="2051893"/>
            <a:ext cx="2793950" cy="818852"/>
          </a:xfrm>
          <a:prstGeom prst="roundRect">
            <a:avLst>
              <a:gd name="adj" fmla="val 74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4950" y="2066181"/>
            <a:ext cx="2793950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8300" y="2213818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308300" y="2444204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name, description, geometry, difficulty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174950" y="2965996"/>
            <a:ext cx="2793950" cy="818852"/>
          </a:xfrm>
          <a:prstGeom prst="roundRect">
            <a:avLst>
              <a:gd name="adj" fmla="val 74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74950" y="2980283"/>
            <a:ext cx="2793950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8300" y="3127921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user_trails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308300" y="3358307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trail_id, completed_at, rating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121301" y="2130028"/>
            <a:ext cx="2793950" cy="818852"/>
          </a:xfrm>
          <a:prstGeom prst="roundRect">
            <a:avLst>
              <a:gd name="adj" fmla="val 74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21301" y="2144316"/>
            <a:ext cx="279395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651" y="2291953"/>
            <a:ext cx="25777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254651" y="2522339"/>
            <a:ext cx="257779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trail_id, gpx_data, duration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121301" y="3044130"/>
            <a:ext cx="2793950" cy="662732"/>
          </a:xfrm>
          <a:prstGeom prst="roundRect">
            <a:avLst>
              <a:gd name="adj" fmla="val 9198"/>
            </a:avLst>
          </a:prstGeom>
          <a:solidFill>
            <a:srgbClr val="334155"/>
          </a:solidFill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64176" y="3187005"/>
            <a:ext cx="2558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more tables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264176" y="3417391"/>
            <a:ext cx="2558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comments, notifications, settings...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06 -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4116" y="2300288"/>
            <a:ext cx="1238250" cy="1179016"/>
          </a:xfrm>
          <a:prstGeom prst="roundRect">
            <a:avLst>
              <a:gd name="adj" fmla="val 51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7181" y="2452688"/>
            <a:ext cx="9521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7181" y="2848868"/>
            <a:ext cx="952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87181" y="3060204"/>
            <a:ext cx="952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+ pnpm install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12181" y="2756446"/>
            <a:ext cx="178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16721" y="2366963"/>
            <a:ext cx="1238250" cy="1045666"/>
          </a:xfrm>
          <a:prstGeom prst="roundRect">
            <a:avLst>
              <a:gd name="adj" fmla="val 5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59787" y="2519363"/>
            <a:ext cx="9521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59787" y="2915543"/>
            <a:ext cx="952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959787" y="3126879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dev --filter app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84787" y="2756446"/>
            <a:ext cx="178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89327" y="2366963"/>
            <a:ext cx="1238250" cy="1045666"/>
          </a:xfrm>
          <a:prstGeom prst="roundRect">
            <a:avLst>
              <a:gd name="adj" fmla="val 5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32392" y="2519363"/>
            <a:ext cx="9521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32392" y="2915543"/>
            <a:ext cx="952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232392" y="3126879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deploy auto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57392" y="2756446"/>
            <a:ext cx="178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61932" y="2366963"/>
            <a:ext cx="1238250" cy="1045666"/>
          </a:xfrm>
          <a:prstGeom prst="roundRect">
            <a:avLst>
              <a:gd name="adj" fmla="val 5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04998" y="2519363"/>
            <a:ext cx="9521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04998" y="2915543"/>
            <a:ext cx="952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504998" y="3126879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deploy to prod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42183" y="4768304"/>
            <a:ext cx="861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workspaces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091434" y="4768304"/>
            <a:ext cx="998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Git Integration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374779" y="4768304"/>
            <a:ext cx="8435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06 -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222921"/>
            <a:ext cx="4229100" cy="339090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3753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.github/workflows/ci.yml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17182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on: push, pull_request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0611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23278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25945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lint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28612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31279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typecheck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33946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000" y="36613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test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9280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4194721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build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86300" y="1586954"/>
            <a:ext cx="4229100" cy="811411"/>
          </a:xfrm>
          <a:prstGeom prst="roundRect">
            <a:avLst>
              <a:gd name="adj" fmla="val 75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1720304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PR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9650" y="1945035"/>
            <a:ext cx="4041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Lint, type check, unit tests run in parallel. Vercel creates a preview deployment.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2512665"/>
            <a:ext cx="4229100" cy="811411"/>
          </a:xfrm>
          <a:prstGeom prst="roundRect">
            <a:avLst>
              <a:gd name="adj" fmla="val 75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2646015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Merge to Main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9650" y="2870746"/>
            <a:ext cx="4041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build + deploy to production. Both apps deploy atomically from same commit.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6300" y="3438376"/>
            <a:ext cx="4229100" cy="811411"/>
          </a:xfrm>
          <a:prstGeom prst="roundRect">
            <a:avLst>
              <a:gd name="adj" fmla="val 75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9650" y="3571726"/>
            <a:ext cx="404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Monorepo-Aware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9650" y="3796457"/>
            <a:ext cx="4041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detects which apps changed. Only affected apps rebuild, saving CI time.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06 -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26690"/>
            <a:ext cx="45274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Configuration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339155"/>
            <a:ext cx="43136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" y="1716286"/>
            <a:ext cx="4229100" cy="278130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18305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Supabase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" y="20972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VITE_SUPABASE_URL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" y="23639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VITE_SUPABASE_ANON_KEY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" y="27068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Stripe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" y="29735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VITE_STRIPE_PUBLISHABLE_KEY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" y="32402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STRIPE_SECRET_KEY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" y="35831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App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" y="38498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VITE_APP_URL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" y="4116586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VITE_WEB_URL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86300" y="1678632"/>
            <a:ext cx="43136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2055763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05350" y="2055763"/>
            <a:ext cx="0" cy="624632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0" y="2189113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57750" y="2400449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Supabase instance, test Stripe keys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2794695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05350" y="2794695"/>
            <a:ext cx="0" cy="624632"/>
          </a:xfrm>
          <a:prstGeom prst="line">
            <a:avLst/>
          </a:prstGeom>
          <a:noFill/>
          <a:ln w="381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7750" y="2928045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57750" y="313938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Supabase project, test Stripe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86300" y="3533626"/>
            <a:ext cx="4229100" cy="624632"/>
          </a:xfrm>
          <a:prstGeom prst="roundRect">
            <a:avLst>
              <a:gd name="adj" fmla="val 97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3533626"/>
            <a:ext cx="0" cy="62463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3666976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57750" y="3878312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Supabase, live Stripe keys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5b786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Next Steps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28600" y="2067074"/>
            <a:ext cx="4274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28600" y="2406104"/>
            <a:ext cx="79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01836" y="2406104"/>
            <a:ext cx="344384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keeps website + app in sync with shared packages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228600" y="2745135"/>
            <a:ext cx="79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01836" y="2745135"/>
            <a:ext cx="25524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auth and billing via Supabase + Stripe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228600" y="3084165"/>
            <a:ext cx="79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1836" y="3084165"/>
            <a:ext cx="24293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handles deployment with zero config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228600" y="3423196"/>
            <a:ext cx="79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1836" y="3423196"/>
            <a:ext cx="230257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ensures quality gates on every PR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724400" y="2067074"/>
            <a:ext cx="4274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4400" y="2406104"/>
            <a:ext cx="113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0973" y="2406104"/>
            <a:ext cx="270257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repository from sportsradar to trailradar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724400" y="2745135"/>
            <a:ext cx="113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30973" y="2745135"/>
            <a:ext cx="19446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pnpm workspaces structure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4724400" y="3084165"/>
            <a:ext cx="113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30973" y="3084165"/>
            <a:ext cx="2150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auth logic into @trailradar/auth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724400" y="3423196"/>
            <a:ext cx="1135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30973" y="3423196"/>
            <a:ext cx="24082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Vercel for monorepo deployment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42494" y="4754910"/>
            <a:ext cx="8782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TrailRadar Technical Architecture</dc:title>
  <dc:subject>Monorepo Architecture &amp; Technical Overview</dc:subject>
  <dc:creator>TrailRadar</dc:creator>
  <cp:lastModifiedBy>TrailRadar</cp:lastModifiedBy>
  <cp:revision>1</cp:revision>
  <dcterms:created xsi:type="dcterms:W3CDTF">2026-01-09T17:35:19Z</dcterms:created>
  <dcterms:modified xsi:type="dcterms:W3CDTF">2026-01-09T17:35:19Z</dcterms:modified>
</cp:coreProperties>
</file>